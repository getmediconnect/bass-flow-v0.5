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C0C18">
              <a:alpha val="80000"/>
            </a:srgbClr>
          </a:solidFill>
          <a:ln w="12700">
            <a:solidFill>
              <a:srgbClr val="1C1C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43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BASSFLOW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274320" y="9601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HUB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4320" y="1417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platform built for
</a:t>
            </a:r>
            <a:pPr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 creators</a:t>
            </a:r>
            <a:pPr indent="0" marL="0">
              <a:buNone/>
            </a:pPr>
            <a:r>
              <a:rPr lang="en-US" sz="15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artists' home.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2468880"/>
            <a:ext cx="2743200" cy="40233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2468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 — NO FINANCIAL 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457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Partnership with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7498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UKF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30352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of Bass Music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 Subscribers · Since 2009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1965960"/>
            <a:ext cx="3200400" cy="0"/>
          </a:xfrm>
          <a:prstGeom prst="line">
            <a:avLst/>
          </a:prstGeom>
          <a:noFill/>
          <a:ln w="6350">
            <a:solidFill>
              <a:srgbClr val="606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Marcin A.D.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5054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Developer Solutions UK (R)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2907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29077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Mad.1986.mar@gmail.com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0" y="3310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MAD-UKF-2025-001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3712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March 2026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UKF  ·  MAD-UKF-2025-001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BASSFLOW CREATOR 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AI platform built for DnB creators — not listeners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65760" y="118872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188720"/>
            <a:ext cx="26517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280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AI Tools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16093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Prompt Builder, BPM+Key Detector, Stem Separator, AI Mastering, Cover Art, Set Planner, Lyrics Generator — all DnB-optimised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118872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1188720"/>
            <a:ext cx="2651760" cy="4572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280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16093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leaderboard, DJ World Championship, live chat, forum, sample pack marketplace — a creative home for DnB artists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118872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18872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280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Player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160934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Winamp-inspired player with real-time waveform, spectrum analyser and EQ — runs fully in the browser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743200"/>
            <a:ext cx="265176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LGBT+ Division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1638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"Music Should Unite, Not Divide" — dedicated section with monthly rankings, events programme, queer DnB history celebration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274320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2743200"/>
            <a:ext cx="26517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Integrations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37560" y="31638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SoundCloud, TikTok, Instagram, Discord, Spotify, YouTube, Suno AI — all connected in one platform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35040" y="2743200"/>
            <a:ext cx="2651760" cy="141732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2743200"/>
            <a:ext cx="26517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Accounts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1638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(labels/venues), Creator (DJs/producers/AI artists), Listener — each with tailored tools and access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UKF  ·  MAD-UKF-2025-001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UKF — AND WHY BASSFLOW NEEDS YOU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UKF built its 15M+ following </a:t>
            </a:r>
            <a:pPr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ever paying for advertising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0A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BassFlow is built the same way — for the community, by the community.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16002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600200"/>
            <a:ext cx="26517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Artists = Our Users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20208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DnB producer, DJ, and creator that UKF promotes is exactly the person BassFlow is built for. We give them AI tools — they create better music for UKF.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16002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1600200"/>
            <a:ext cx="2651760" cy="4572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Partnership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20208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BassFlow's AI tools and creator stories are natural UKF editorial content. 'How we made this track using BassFlow AI' — a new content format for ukf.com.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16002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60020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Crossover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20208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UKF events + BassFlow's 'Music Should Unite' events programme = natural co-branding. BassFlow creators become UKF live acts.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9718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971800"/>
            <a:ext cx="26517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Discovery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33924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UKF's 5 YouTube channels reach millions of DnB fans. A single mention of BassFlow as 'the platform for DnB creators' changes our trajectory permanently.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29718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2971800"/>
            <a:ext cx="26517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World Championship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37560" y="33924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BassFlow's monthly DJ World Championship — sponsored or co-presented by UKF. A new recurring event property for the UKF brand.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35040" y="2971800"/>
            <a:ext cx="265176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C1C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2971800"/>
            <a:ext cx="26517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Mission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3924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BassFlow and UKF exist to grow the DnB scene. Not compete with it. Not commodify it. Grow it. That alignment is rare and valuable.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UKF  ·  MAD-UKF-2025-001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financial ask.</a:t>
            </a:r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asking for partnership, visibility, and belief in the scene.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5760" y="1554480"/>
            <a:ext cx="416052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554480"/>
            <a:ext cx="54864" cy="1234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627632"/>
            <a:ext cx="457200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1645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Feature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0116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article on ukf.com introducing BassFlow to the DnB creator community. One piece of authentic editorial content from a trusted voice changes everything for a new platform.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554480"/>
            <a:ext cx="416052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554480"/>
            <a:ext cx="54864" cy="123444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627632"/>
            <a:ext cx="457200" cy="25603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1645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Mention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20116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mention on UKF's social channels — Instagram, YouTube community post, TikTok — introducing BassFlow as 'the new home for DnB creators'. No hashtag deal required — just an honest recommendation.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416052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292608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999232"/>
            <a:ext cx="4572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 World Champ Co-Presentation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33832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UKF and BassFlow co-present the monthly DJ World Championship. UKF promote the winners — BassFlow hosts the competition. A recurring property that benefits both brands.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926080"/>
            <a:ext cx="4160520" cy="1234440"/>
          </a:xfrm>
          <a:prstGeom prst="rect">
            <a:avLst/>
          </a:prstGeom>
          <a:solidFill>
            <a:srgbClr val="14142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926080"/>
            <a:ext cx="54864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999232"/>
            <a:ext cx="457200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3017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Access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6320" y="33832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 with 2-3 UKF-affiliated artists willing to beta test BassFlow AI tools and provide feedback. Authentic testimonials from real DnB artists are more valuable than any advertising spend.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498848"/>
            <a:ext cx="8412480" cy="347472"/>
          </a:xfrm>
          <a:prstGeom prst="rect">
            <a:avLst/>
          </a:prstGeom>
          <a:solidFill>
            <a:srgbClr val="141428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financial support — advertising budget, sponsorship, or event co-investment — is entirely voluntary and open to discussion. This proposal is not conditional on it.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UKF  ·  MAD-UKF-2025-001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254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UKF started with one person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sharing music with friends.</a:t>
            </a: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BassFlow started the same way.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Creator Hub exists to give the producers, DJs, and AI artists behind the music you love the tools and community they deserve. We believe UKF — as the original home of bass music — is the natural partner for that mission.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28346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Marcin A.D.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3200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Developer Solutions UK (R)  ·  Hex.ai  ·  BassFlow Creator Hub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5920" y="35661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Mad.1986.mar@gmail.com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45920" y="39319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MAD-UKF-2025-001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3657600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info@ukf.com  ·  partnerships@ukf.com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4480560"/>
            <a:ext cx="4572000" cy="274320"/>
          </a:xfrm>
          <a:prstGeom prst="rect">
            <a:avLst/>
          </a:prstGeom>
          <a:solidFill>
            <a:srgbClr val="141428"/>
          </a:solidFill>
          <a:ln w="6350">
            <a:solidFill>
              <a:srgbClr val="60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ukf.com  ·  @ukfmusic  ·  YouTube: UKF Drum &amp; Bass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1428"/>
          </a:solidFill>
          <a:ln w="12700">
            <a:solidFill>
              <a:srgbClr val="1414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BassFlow × UKF  ·  MAD-UKF-2025-001  ·  MAD Developer Solutions UK (R)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BassFlow × UKF — Partnership Proposal</dc:title>
  <dc:subject>PptxGenJS Presentation</dc:subject>
  <dc:creator>Marcin A.D. — MAD Developer Solutions UK</dc:creator>
  <cp:lastModifiedBy>Marcin A.D. — MAD Developer Solutions UK</cp:lastModifiedBy>
  <cp:revision>1</cp:revision>
  <dcterms:created xsi:type="dcterms:W3CDTF">2026-03-20T06:21:23Z</dcterms:created>
  <dcterms:modified xsi:type="dcterms:W3CDTF">2026-03-20T06:21:23Z</dcterms:modified>
</cp:coreProperties>
</file>