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03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64008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128016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48056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C0C18">
              <a:alpha val="80000"/>
            </a:srgbClr>
          </a:solidFill>
          <a:ln w="12700">
            <a:solidFill>
              <a:srgbClr val="1C1C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7432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300" kern="0" dirty="0">
                <a:solidFill>
                  <a:srgbClr val="CC22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BASSFLOW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274320" y="96012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800" kern="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HUB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74320" y="141732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creator platform for
</a:t>
            </a:r>
            <a:pPr indent="0" marL="0">
              <a:buNone/>
            </a:pPr>
            <a:r>
              <a:rPr lang="en-US" sz="15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generation of DnB</a:t>
            </a:r>
            <a:pPr indent="0" marL="0">
              <a:buNone/>
            </a:pPr>
            <a:r>
              <a:rPr lang="en-US" sz="1500" dirty="0">
                <a:solidFill>
                  <a:srgbClr val="F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274320" y="2468880"/>
            <a:ext cx="2743200" cy="402336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74320" y="246888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 PROPOSAL — NO FINANCIAL ASK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303520" y="457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0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Partnership with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03520" y="74980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C22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RAM</a:t>
            </a:r>
            <a:endParaRPr lang="en-US" sz="4400" dirty="0"/>
          </a:p>
        </p:txBody>
      </p:sp>
      <p:sp>
        <p:nvSpPr>
          <p:cNvPr id="29" name="Text 27"/>
          <p:cNvSpPr/>
          <p:nvPr/>
        </p:nvSpPr>
        <p:spPr>
          <a:xfrm>
            <a:off x="5303520" y="13533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Records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303520" y="175564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Drum &amp; Bass Since 1992 · Andy C · Scott Bourne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 &amp; Status · Sub Focus · Delta Heavy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303520" y="2331720"/>
            <a:ext cx="3200400" cy="0"/>
          </a:xfrm>
          <a:prstGeom prst="line">
            <a:avLst/>
          </a:prstGeom>
          <a:noFill/>
          <a:ln w="6350">
            <a:solidFill>
              <a:srgbClr val="6060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0" y="245059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675120" y="24505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Marcin A.D.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303520" y="285292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675120" y="28529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 Developer Solutions UK (R)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303520" y="325526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675120" y="325526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Mad.1986.mar@gmail.com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303520" y="36576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675120" y="3657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MAD-RAM-2025-001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41428"/>
          </a:solidFill>
          <a:ln w="12700">
            <a:solidFill>
              <a:srgbClr val="14142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BassFlow × RAM Records  ·  MAD-RAM-2025-001  ·  MAD Developer Solutions UK (R)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303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64008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128016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48056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SHARED HISTORY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62179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RAM Records defined DnB.
</a:t>
            </a:r>
            <a:pPr indent="0" marL="0">
              <a:buNone/>
            </a:pPr>
            <a:r>
              <a:rPr lang="en-US" sz="2200" b="1" dirty="0">
                <a:solidFill>
                  <a:srgbClr val="A0A0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BassFlow is built to serve the artists RAM helped create.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365760" y="1554480"/>
            <a:ext cx="2651760" cy="1280160"/>
          </a:xfrm>
          <a:prstGeom prst="rect">
            <a:avLst/>
          </a:prstGeom>
          <a:solidFill>
            <a:srgbClr val="141428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1554480"/>
            <a:ext cx="54864" cy="128016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" y="1627632"/>
            <a:ext cx="594360" cy="237744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162763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" y="164592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 Founded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" y="1975104"/>
            <a:ext cx="24505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Andy C and Ant Miles establish RAM Records with £1,000 and a vision. DnB doesn't even have a name yet.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0" y="1554480"/>
            <a:ext cx="2651760" cy="1280160"/>
          </a:xfrm>
          <a:prstGeom prst="rect">
            <a:avLst/>
          </a:prstGeom>
          <a:solidFill>
            <a:srgbClr val="141428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1554480"/>
            <a:ext cx="54864" cy="12801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10128" y="1627632"/>
            <a:ext cx="594360" cy="23774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10128" y="162763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977640" y="164592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Valley of the Shadows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310128" y="1975104"/>
            <a:ext cx="24505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Unknown's genre-defining track establishes the atmospheric, bass-heavy template that neurofunk and liquid DnB still follow today.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035040" y="1554480"/>
            <a:ext cx="2651760" cy="1280160"/>
          </a:xfrm>
          <a:prstGeom prst="rect">
            <a:avLst/>
          </a:prstGeom>
          <a:solidFill>
            <a:srgbClr val="141428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1554480"/>
            <a:ext cx="54864" cy="128016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44768" y="1627632"/>
            <a:ext cx="594360" cy="237744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44768" y="162763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2001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812280" y="164592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Rock — UK Chart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144768" y="1975104"/>
            <a:ext cx="24505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Shimon &amp; Andy C hit number 28 in the UK charts — virtually unheard of for an instrumental DnB track. DnB goes mainstream.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65760" y="2971800"/>
            <a:ext cx="2651760" cy="1280160"/>
          </a:xfrm>
          <a:prstGeom prst="rect">
            <a:avLst/>
          </a:prstGeom>
          <a:solidFill>
            <a:srgbClr val="141428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5760" y="2971800"/>
            <a:ext cx="54864" cy="1280160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5488" y="3044952"/>
            <a:ext cx="594360" cy="237744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" y="304495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43000" y="30632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 × BMG Partnership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75488" y="3392424"/>
            <a:ext cx="24505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partners with BMG — proving that DnB can grow globally while staying independent. Exactly the model BassFlow follows.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200400" y="2971800"/>
            <a:ext cx="2651760" cy="1280160"/>
          </a:xfrm>
          <a:prstGeom prst="rect">
            <a:avLst/>
          </a:prstGeom>
          <a:solidFill>
            <a:srgbClr val="141428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00400" y="2971800"/>
            <a:ext cx="54864" cy="12801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310128" y="3044952"/>
            <a:ext cx="594360" cy="23774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310128" y="304495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977640" y="30632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 25th Anniversary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310128" y="3392424"/>
            <a:ext cx="24505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years deep. Still the benchmark. Still independent. The BassFlow generation of producers grew up listening to RAM.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035040" y="2971800"/>
            <a:ext cx="2651760" cy="1280160"/>
          </a:xfrm>
          <a:prstGeom prst="rect">
            <a:avLst/>
          </a:prstGeom>
          <a:solidFill>
            <a:srgbClr val="141428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035040" y="2971800"/>
            <a:ext cx="54864" cy="128016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144768" y="3044952"/>
            <a:ext cx="594360" cy="237744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44768" y="304495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812280" y="30632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BassFlow Creator Hub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144768" y="3392424"/>
            <a:ext cx="24505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for the next wave of DnB creators — built using AI, inspired by the culture RAM built, designed to serve RAM's artists.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41428"/>
          </a:solidFill>
          <a:ln w="12700">
            <a:solidFill>
              <a:srgbClr val="14142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BassFlow × RAM Records  ·  MAD-RAM-2025-001  ·  MAD Developer Solutions UK (R)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03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64008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128016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48056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ASKING FOR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financial ask.</a:t>
            </a:r>
            <a:pPr indent="0" marL="0">
              <a:buNone/>
            </a:pPr>
            <a:r>
              <a:rPr lang="en-US" sz="2200" b="1" dirty="0">
                <a:solidFill>
                  <a:srgbClr val="F0F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Just support from the label that built the scene.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365760" y="1188720"/>
            <a:ext cx="4160520" cy="1280160"/>
          </a:xfrm>
          <a:prstGeom prst="rect">
            <a:avLst/>
          </a:prstGeom>
          <a:solidFill>
            <a:srgbClr val="141428"/>
          </a:solidFill>
          <a:ln w="12700">
            <a:solidFill>
              <a:srgbClr val="CC22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1188720"/>
            <a:ext cx="54864" cy="128016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1261872"/>
            <a:ext cx="457200" cy="256032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12618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05840" y="12801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DnB Partner Status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1645920"/>
            <a:ext cx="39776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BassFlow listed as 'Official AI Tools Partner' for RAM Records and its artists. A sentence on ramrecords.com and in RAM newsletters reaches every serious DnB producer globally.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1188720"/>
            <a:ext cx="4160520" cy="1280160"/>
          </a:xfrm>
          <a:prstGeom prst="rect">
            <a:avLst/>
          </a:prstGeom>
          <a:solidFill>
            <a:srgbClr val="141428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1188720"/>
            <a:ext cx="54864" cy="12801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1261872"/>
            <a:ext cx="457200" cy="25603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12618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94960" y="12801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Artist Beta Programme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46320" y="1645920"/>
            <a:ext cx="39776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RAM-affiliated producers beta test BassFlow AI tools — Stem Separator, BPM+Key, AI Mastering, Suno Prompt Builder. Their honest feedback shapes the product. Their names add credibility.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2606040"/>
            <a:ext cx="4160520" cy="1280160"/>
          </a:xfrm>
          <a:prstGeom prst="rect">
            <a:avLst/>
          </a:prstGeom>
          <a:solidFill>
            <a:srgbClr val="141428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65760" y="2606040"/>
            <a:ext cx="54864" cy="12801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2679192"/>
            <a:ext cx="457200" cy="25603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26791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05840" y="26974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Presence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57200" y="3063240"/>
            <a:ext cx="39776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BassFlow mentioned or branded at RAM events and club nights — a QR code, a social post, a name-check from the stage. Access to the exact audience BassFlow is built for.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54880" y="2606040"/>
            <a:ext cx="4160520" cy="1280160"/>
          </a:xfrm>
          <a:prstGeom prst="rect">
            <a:avLst/>
          </a:prstGeom>
          <a:solidFill>
            <a:srgbClr val="141428"/>
          </a:solidFill>
          <a:ln w="12700">
            <a:solidFill>
              <a:srgbClr val="00FF9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54880" y="2606040"/>
            <a:ext cx="54864" cy="1280160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46320" y="2679192"/>
            <a:ext cx="457200" cy="256032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46320" y="26791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394960" y="26974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 Relationship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846320" y="3063240"/>
            <a:ext cx="39776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ongoing informal dialogue with RAM's team about what DnB producers actually need from a creative platform. RAM's knowledge of the scene is irreplaceable.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65760" y="4480560"/>
            <a:ext cx="8412480" cy="347472"/>
          </a:xfrm>
          <a:prstGeom prst="rect">
            <a:avLst/>
          </a:prstGeom>
          <a:solidFill>
            <a:srgbClr val="141428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" y="44805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support — sponsorship, event co-investment, advertising — is entirely voluntary and fully open to negotiation. This proposal is not conditional on it.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41428"/>
          </a:solidFill>
          <a:ln w="12700">
            <a:solidFill>
              <a:srgbClr val="14142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BassFlow × RAM Records  ·  MAD-RAM-2025-001  ·  MAD Developer Solutions UK (R)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303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64008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128016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48056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6576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RAM Records was founded
with £1,000 and a belief
</a:t>
            </a:r>
            <a:pPr indent="0" marL="0">
              <a:buNone/>
            </a:pPr>
            <a:r>
              <a:rPr lang="en-US" sz="2800" b="1" dirty="0">
                <a:solidFill>
                  <a:srgbClr val="CC22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that DnB deserved a home.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65760" y="21488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BassFlow Creator Hub is asking the same question — but for creators in 2025. With AI tools that didn't exist when RAM started, with a community platform built for the global DnB family, with a mission to serve the producers, DJs and artists that RAM has championed for over 33 years.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30632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645920" y="306324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Marcin A.D.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34290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645920" y="342900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 Developer Solutions UK (R)  ·  Hex.ai  ·  BassFlow Creator Hub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37947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645920" y="379476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Mad.1986.mar@gmail.com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41605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645920" y="416052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MAD-RAM-2025-001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4480560"/>
            <a:ext cx="3657600" cy="27432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480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Contact: info@ramrecords.com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206240" y="4480560"/>
            <a:ext cx="4572000" cy="274320"/>
          </a:xfrm>
          <a:prstGeom prst="rect">
            <a:avLst/>
          </a:prstGeom>
          <a:solidFill>
            <a:srgbClr val="141428"/>
          </a:solidFill>
          <a:ln w="6350">
            <a:solidFill>
              <a:srgbClr val="6060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06240" y="4480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ramrecords.com  ·  @ramrecordsltd  ·  Andy C  ·  Scott Bourne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41428"/>
          </a:solidFill>
          <a:ln w="12700">
            <a:solidFill>
              <a:srgbClr val="14142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BassFlow × RAM Records  ·  MAD-RAM-2025-001  ·  MAD Developer Solutions UK (R)  ·  CONFIDENTIAL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BassFlow × RAM Records — Partnership Proposal</dc:title>
  <dc:subject>PptxGenJS Presentation</dc:subject>
  <dc:creator>Marcin A.D. — MAD Developer Solutions UK</dc:creator>
  <cp:lastModifiedBy>Marcin A.D. — MAD Developer Solutions UK</cp:lastModifiedBy>
  <cp:revision>1</cp:revision>
  <dcterms:created xsi:type="dcterms:W3CDTF">2026-03-20T06:21:23Z</dcterms:created>
  <dcterms:modified xsi:type="dcterms:W3CDTF">2026-03-20T06:21:23Z</dcterms:modified>
</cp:coreProperties>
</file>